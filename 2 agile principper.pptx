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5"/>
  </p:notesMasterIdLst>
  <p:sldIdLst>
    <p:sldId id="256" r:id="rId2"/>
    <p:sldId id="257" r:id="rId3"/>
    <p:sldId id="258" r:id="rId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93" autoAdjust="0"/>
    <p:restoredTop sz="75311" autoAdjust="0"/>
  </p:normalViewPr>
  <p:slideViewPr>
    <p:cSldViewPr snapToGrid="0">
      <p:cViewPr varScale="1">
        <p:scale>
          <a:sx n="122" d="100"/>
          <a:sy n="122" d="100"/>
        </p:scale>
        <p:origin x="1632"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dsholder til sidehoved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a-DK" dirty="0"/>
          </a:p>
        </p:txBody>
      </p:sp>
      <p:sp>
        <p:nvSpPr>
          <p:cNvPr id="3" name="Pladsholder til dato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561FEB7-0021-4131-BDDE-D3DEC3858CDF}" type="datetimeFigureOut">
              <a:rPr lang="da-DK" smtClean="0"/>
              <a:t>11-11-2025</a:t>
            </a:fld>
            <a:endParaRPr lang="da-DK" dirty="0"/>
          </a:p>
        </p:txBody>
      </p:sp>
      <p:sp>
        <p:nvSpPr>
          <p:cNvPr id="4" name="Pladsholder til slidebillede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a-DK" dirty="0"/>
          </a:p>
        </p:txBody>
      </p:sp>
      <p:sp>
        <p:nvSpPr>
          <p:cNvPr id="5" name="Pladsholder til no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p>
        </p:txBody>
      </p:sp>
      <p:sp>
        <p:nvSpPr>
          <p:cNvPr id="6" name="Pladsholder til sidefod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a-DK" dirty="0"/>
          </a:p>
        </p:txBody>
      </p:sp>
      <p:sp>
        <p:nvSpPr>
          <p:cNvPr id="7" name="Pladsholder til slide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12B3202-CAAD-44C7-AF01-AB62B0AF42EA}" type="slidenum">
              <a:rPr lang="da-DK" smtClean="0"/>
              <a:t>‹nr.›</a:t>
            </a:fld>
            <a:endParaRPr lang="da-DK" dirty="0"/>
          </a:p>
        </p:txBody>
      </p:sp>
    </p:spTree>
    <p:extLst>
      <p:ext uri="{BB962C8B-B14F-4D97-AF65-F5344CB8AC3E}">
        <p14:creationId xmlns:p14="http://schemas.microsoft.com/office/powerpoint/2010/main" val="15506141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endParaRPr lang="da-DK" dirty="0"/>
          </a:p>
        </p:txBody>
      </p:sp>
      <p:sp>
        <p:nvSpPr>
          <p:cNvPr id="4" name="Pladsholder til slidenummer 3"/>
          <p:cNvSpPr>
            <a:spLocks noGrp="1"/>
          </p:cNvSpPr>
          <p:nvPr>
            <p:ph type="sldNum" sz="quarter" idx="5"/>
          </p:nvPr>
        </p:nvSpPr>
        <p:spPr/>
        <p:txBody>
          <a:bodyPr/>
          <a:lstStyle/>
          <a:p>
            <a:fld id="{512B3202-CAAD-44C7-AF01-AB62B0AF42EA}" type="slidenum">
              <a:rPr lang="da-DK" smtClean="0"/>
              <a:t>1</a:t>
            </a:fld>
            <a:endParaRPr lang="da-DK" dirty="0"/>
          </a:p>
        </p:txBody>
      </p:sp>
    </p:spTree>
    <p:extLst>
      <p:ext uri="{BB962C8B-B14F-4D97-AF65-F5344CB8AC3E}">
        <p14:creationId xmlns:p14="http://schemas.microsoft.com/office/powerpoint/2010/main" val="370790342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txBody>
          <a:bodyPr/>
          <a:lstStyle/>
          <a:p>
            <a:endParaRPr lang="da-DK"/>
          </a:p>
        </p:txBody>
      </p:sp>
      <p:sp>
        <p:nvSpPr>
          <p:cNvPr id="3" name="Pladsholder til noter 2"/>
          <p:cNvSpPr>
            <a:spLocks noGrp="1"/>
          </p:cNvSpPr>
          <p:nvPr>
            <p:ph type="body" idx="1"/>
          </p:nvPr>
        </p:nvSpPr>
        <p:spPr/>
        <p:txBody>
          <a:bodyPr/>
          <a:lstStyle/>
          <a:p>
            <a:r>
              <a:rPr lang="da-DK" dirty="0"/>
              <a:t>I stedet for at vente måneder eller år på en færdig løsning, er det bedre at prioriterer at levere </a:t>
            </a:r>
            <a:r>
              <a:rPr lang="da-DK" b="1" dirty="0"/>
              <a:t>små, brugbare dele af produktet tidligt og ofte</a:t>
            </a:r>
            <a:r>
              <a:rPr lang="da-DK" dirty="0"/>
              <a:t>.</a:t>
            </a:r>
          </a:p>
          <a:p>
            <a:endParaRPr lang="da-DK" dirty="0"/>
          </a:p>
          <a:p>
            <a:r>
              <a:rPr lang="da-DK" dirty="0"/>
              <a:t>Idéen bag det her er at kunder ikke får glæde af en perfekt plan, men af reelle resultater leveret løbende.</a:t>
            </a:r>
          </a:p>
          <a:p>
            <a:endParaRPr lang="da-DK" dirty="0"/>
          </a:p>
          <a:p>
            <a:r>
              <a:rPr lang="da-DK" dirty="0"/>
              <a:t>Dette reducere risiko, øger kvaliteten gennem iteration og sikre at udviklingen hele tiden bevæger sig i takt med kundens behov.</a:t>
            </a:r>
            <a:br>
              <a:rPr lang="da-DK" dirty="0"/>
            </a:br>
            <a:br>
              <a:rPr lang="da-DK" dirty="0"/>
            </a:br>
            <a:r>
              <a:rPr lang="da-DK" b="1" dirty="0"/>
              <a:t>Hos Inropa har vi netop gjort dette de sidste mange år, vi laver løbende nye features som passer med kundens behov og tester af ved enkelte kunder før vi udruller globalt, på den måde fanger vi fejl hurtigere og får justeret softwaren ind så den passer bedre med virkeligheden.</a:t>
            </a:r>
          </a:p>
          <a:p>
            <a:endParaRPr lang="da-DK" b="1" dirty="0"/>
          </a:p>
          <a:p>
            <a:endParaRPr lang="da-DK" b="1" dirty="0"/>
          </a:p>
          <a:p>
            <a:r>
              <a:rPr lang="da-DK" b="1" dirty="0"/>
              <a:t>Min personlige holdning til dette princip er at det giver god mening og fungere godt på den måde jeg selv arbejder på.</a:t>
            </a:r>
          </a:p>
        </p:txBody>
      </p:sp>
      <p:sp>
        <p:nvSpPr>
          <p:cNvPr id="4" name="Pladsholder til slidenummer 3"/>
          <p:cNvSpPr>
            <a:spLocks noGrp="1"/>
          </p:cNvSpPr>
          <p:nvPr>
            <p:ph type="sldNum" sz="quarter" idx="5"/>
          </p:nvPr>
        </p:nvSpPr>
        <p:spPr/>
        <p:txBody>
          <a:bodyPr/>
          <a:lstStyle/>
          <a:p>
            <a:fld id="{512B3202-CAAD-44C7-AF01-AB62B0AF42EA}" type="slidenum">
              <a:rPr lang="da-DK" smtClean="0"/>
              <a:t>2</a:t>
            </a:fld>
            <a:endParaRPr lang="da-DK" dirty="0"/>
          </a:p>
        </p:txBody>
      </p:sp>
    </p:spTree>
    <p:extLst>
      <p:ext uri="{BB962C8B-B14F-4D97-AF65-F5344CB8AC3E}">
        <p14:creationId xmlns:p14="http://schemas.microsoft.com/office/powerpoint/2010/main" val="571216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22928C-FC2A-047B-9996-407E38EA74FA}"/>
            </a:ext>
          </a:extLst>
        </p:cNvPr>
        <p:cNvGrpSpPr/>
        <p:nvPr/>
      </p:nvGrpSpPr>
      <p:grpSpPr>
        <a:xfrm>
          <a:off x="0" y="0"/>
          <a:ext cx="0" cy="0"/>
          <a:chOff x="0" y="0"/>
          <a:chExt cx="0" cy="0"/>
        </a:xfrm>
      </p:grpSpPr>
      <p:sp>
        <p:nvSpPr>
          <p:cNvPr id="2" name="Pladsholder til slidebillede 1">
            <a:extLst>
              <a:ext uri="{FF2B5EF4-FFF2-40B4-BE49-F238E27FC236}">
                <a16:creationId xmlns:a16="http://schemas.microsoft.com/office/drawing/2014/main" id="{708FCBC0-79B9-9C06-6AB2-B9F21B67BED6}"/>
              </a:ext>
            </a:extLst>
          </p:cNvPr>
          <p:cNvSpPr>
            <a:spLocks noGrp="1" noRot="1" noChangeAspect="1"/>
          </p:cNvSpPr>
          <p:nvPr>
            <p:ph type="sldImg"/>
          </p:nvPr>
        </p:nvSpPr>
        <p:spPr/>
        <p:txBody>
          <a:bodyPr/>
          <a:lstStyle/>
          <a:p>
            <a:endParaRPr lang="da-DK"/>
          </a:p>
        </p:txBody>
      </p:sp>
      <p:sp>
        <p:nvSpPr>
          <p:cNvPr id="3" name="Pladsholder til noter 2">
            <a:extLst>
              <a:ext uri="{FF2B5EF4-FFF2-40B4-BE49-F238E27FC236}">
                <a16:creationId xmlns:a16="http://schemas.microsoft.com/office/drawing/2014/main" id="{704FEAD5-5BAD-8FC4-30A7-05811E98537A}"/>
              </a:ext>
            </a:extLst>
          </p:cNvPr>
          <p:cNvSpPr>
            <a:spLocks noGrp="1"/>
          </p:cNvSpPr>
          <p:nvPr>
            <p:ph type="body" idx="1"/>
          </p:nvPr>
        </p:nvSpPr>
        <p:spPr/>
        <p:txBody>
          <a:bodyPr/>
          <a:lstStyle/>
          <a:p>
            <a:pPr marL="0" indent="0">
              <a:buFont typeface="Arial" panose="020B0604020202020204" pitchFamily="34" charset="0"/>
              <a:buNone/>
            </a:pPr>
            <a:r>
              <a:rPr lang="da-DK" b="0" dirty="0"/>
              <a:t>Fremhæver </a:t>
            </a:r>
            <a:r>
              <a:rPr lang="da-DK" b="1" dirty="0"/>
              <a:t>fleksibilitet og tilpasningsevne.</a:t>
            </a:r>
          </a:p>
          <a:p>
            <a:pPr marL="0" indent="0">
              <a:buFont typeface="Arial" panose="020B0604020202020204" pitchFamily="34" charset="0"/>
              <a:buNone/>
            </a:pPr>
            <a:endParaRPr lang="da-DK" b="1" dirty="0"/>
          </a:p>
          <a:p>
            <a:pPr marL="0" indent="0">
              <a:buFont typeface="Arial" panose="020B0604020202020204" pitchFamily="34" charset="0"/>
              <a:buNone/>
            </a:pPr>
            <a:r>
              <a:rPr lang="da-DK" b="0" dirty="0"/>
              <a:t>I stedet for at se ændringer som et problem, betragter agile metoder dem som en mulighed for at forbedre produktet.</a:t>
            </a:r>
          </a:p>
          <a:p>
            <a:pPr marL="0" indent="0">
              <a:buFont typeface="Arial" panose="020B0604020202020204" pitchFamily="34" charset="0"/>
              <a:buNone/>
            </a:pPr>
            <a:endParaRPr lang="da-DK" b="0" dirty="0"/>
          </a:p>
          <a:p>
            <a:pPr marL="0" indent="0">
              <a:buFont typeface="Arial" panose="020B0604020202020204" pitchFamily="34" charset="0"/>
              <a:buNone/>
            </a:pPr>
            <a:r>
              <a:rPr lang="da-DK" b="0" dirty="0"/>
              <a:t>Kundens behov kan ændre sig, markedet, teknologien og forretningsmålene kan udvikle sig. Et agilt team skal kunne reagere hurtigt uden at miste momentum.</a:t>
            </a:r>
          </a:p>
          <a:p>
            <a:pPr marL="0" indent="0">
              <a:buFont typeface="Arial" panose="020B0604020202020204" pitchFamily="34" charset="0"/>
              <a:buNone/>
            </a:pPr>
            <a:endParaRPr lang="da-DK" b="0" dirty="0"/>
          </a:p>
          <a:p>
            <a:pPr marL="0" indent="0">
              <a:buFont typeface="Arial" panose="020B0604020202020204" pitchFamily="34" charset="0"/>
              <a:buNone/>
            </a:pPr>
            <a:r>
              <a:rPr lang="da-DK" b="0" dirty="0"/>
              <a:t>Agile processer (som sprint-planlægning, backlog refinement og løbende feedback) er netop designet til at gøre ændringer </a:t>
            </a:r>
            <a:r>
              <a:rPr lang="da-DK" b="1" dirty="0"/>
              <a:t>håndterbare og fordelagtige.</a:t>
            </a:r>
          </a:p>
          <a:p>
            <a:pPr marL="0" indent="0">
              <a:buFont typeface="Arial" panose="020B0604020202020204" pitchFamily="34" charset="0"/>
              <a:buNone/>
            </a:pPr>
            <a:endParaRPr lang="da-DK" b="1" dirty="0"/>
          </a:p>
          <a:p>
            <a:pPr marL="0" indent="0">
              <a:buFont typeface="Arial" panose="020B0604020202020204" pitchFamily="34" charset="0"/>
              <a:buNone/>
            </a:pPr>
            <a:endParaRPr lang="da-DK" b="1" dirty="0"/>
          </a:p>
          <a:p>
            <a:pPr marL="0" indent="0">
              <a:buFont typeface="Arial" panose="020B0604020202020204" pitchFamily="34" charset="0"/>
              <a:buNone/>
            </a:pPr>
            <a:r>
              <a:rPr lang="da-DK" b="1" dirty="0"/>
              <a:t>Dette er noget vi hele tiden ser hos Inropa, rigtig meget af vores software er som det er i dag på grund af at der løbende i et projekt er kommet noget ind fra højre som kunden ønsker, som gør at vi så tilpasser os dette ønske.</a:t>
            </a:r>
          </a:p>
          <a:p>
            <a:pPr marL="0" indent="0">
              <a:buFont typeface="Arial" panose="020B0604020202020204" pitchFamily="34" charset="0"/>
              <a:buNone/>
            </a:pPr>
            <a:endParaRPr lang="da-DK" b="1" dirty="0"/>
          </a:p>
          <a:p>
            <a:pPr marL="0" indent="0">
              <a:buFont typeface="Arial" panose="020B0604020202020204" pitchFamily="34" charset="0"/>
              <a:buNone/>
            </a:pPr>
            <a:endParaRPr lang="da-DK" b="0" dirty="0"/>
          </a:p>
          <a:p>
            <a:pPr marL="0" indent="0">
              <a:buFont typeface="Arial" panose="020B0604020202020204" pitchFamily="34" charset="0"/>
              <a:buNone/>
            </a:pPr>
            <a:r>
              <a:rPr lang="da-DK" b="1" dirty="0"/>
              <a:t>Min egen holdning til dette princip er lidt blandet, i nogle tilfælde giver det mening, men i andre tilfælde ender det også bare op med at være en løsning specifikt til den enkelte kunde på en måde der gør at den ikke kan genbruges til den næste kunde, også starter man forfra igen.</a:t>
            </a:r>
          </a:p>
        </p:txBody>
      </p:sp>
      <p:sp>
        <p:nvSpPr>
          <p:cNvPr id="4" name="Pladsholder til slidenummer 3">
            <a:extLst>
              <a:ext uri="{FF2B5EF4-FFF2-40B4-BE49-F238E27FC236}">
                <a16:creationId xmlns:a16="http://schemas.microsoft.com/office/drawing/2014/main" id="{054906F3-E5F7-2EC9-BCEB-B7AC618600A6}"/>
              </a:ext>
            </a:extLst>
          </p:cNvPr>
          <p:cNvSpPr>
            <a:spLocks noGrp="1"/>
          </p:cNvSpPr>
          <p:nvPr>
            <p:ph type="sldNum" sz="quarter" idx="5"/>
          </p:nvPr>
        </p:nvSpPr>
        <p:spPr/>
        <p:txBody>
          <a:bodyPr/>
          <a:lstStyle/>
          <a:p>
            <a:fld id="{512B3202-CAAD-44C7-AF01-AB62B0AF42EA}" type="slidenum">
              <a:rPr lang="da-DK" smtClean="0"/>
              <a:t>3</a:t>
            </a:fld>
            <a:endParaRPr lang="da-DK" dirty="0"/>
          </a:p>
        </p:txBody>
      </p:sp>
    </p:spTree>
    <p:extLst>
      <p:ext uri="{BB962C8B-B14F-4D97-AF65-F5344CB8AC3E}">
        <p14:creationId xmlns:p14="http://schemas.microsoft.com/office/powerpoint/2010/main" val="40425835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slide">
    <p:spTree>
      <p:nvGrpSpPr>
        <p:cNvPr id="1" name=""/>
        <p:cNvGrpSpPr/>
        <p:nvPr/>
      </p:nvGrpSpPr>
      <p:grpSpPr>
        <a:xfrm>
          <a:off x="0" y="0"/>
          <a:ext cx="0" cy="0"/>
          <a:chOff x="0" y="0"/>
          <a:chExt cx="0" cy="0"/>
        </a:xfrm>
      </p:grpSpPr>
      <p:sp>
        <p:nvSpPr>
          <p:cNvPr id="2" name="Title 1"/>
          <p:cNvSpPr>
            <a:spLocks noGrp="1"/>
          </p:cNvSpPr>
          <p:nvPr>
            <p:ph type="ctrTitle"/>
          </p:nvPr>
        </p:nvSpPr>
        <p:spPr>
          <a:xfrm>
            <a:off x="1595269" y="1122363"/>
            <a:ext cx="9001462" cy="2387600"/>
          </a:xfrm>
        </p:spPr>
        <p:txBody>
          <a:bodyPr anchor="b">
            <a:normAutofit/>
          </a:bodyPr>
          <a:lstStyle>
            <a:lvl1pPr algn="ctr">
              <a:defRPr sz="4800"/>
            </a:lvl1pPr>
          </a:lstStyle>
          <a:p>
            <a:r>
              <a:rPr lang="da-DK"/>
              <a:t>Klik for at redigere titeltypografien i masteren</a:t>
            </a:r>
            <a:endParaRPr lang="en-US" dirty="0"/>
          </a:p>
        </p:txBody>
      </p:sp>
      <p:sp>
        <p:nvSpPr>
          <p:cNvPr id="3" name="Subtitle 2"/>
          <p:cNvSpPr>
            <a:spLocks noGrp="1"/>
          </p:cNvSpPr>
          <p:nvPr>
            <p:ph type="subTitle" idx="1"/>
          </p:nvPr>
        </p:nvSpPr>
        <p:spPr>
          <a:xfrm>
            <a:off x="1595269" y="3602038"/>
            <a:ext cx="9001462"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a-DK"/>
              <a:t>Klik for at redigere undertiteltypografien i masteren</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11/11/2025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‹nr.›</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og indholdsobjek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a-DK"/>
              <a:t>Klik for at redigere titeltypografien i masteren</a:t>
            </a:r>
            <a:endParaRPr lang="en-US" dirty="0"/>
          </a:p>
        </p:txBody>
      </p:sp>
      <p:sp>
        <p:nvSpPr>
          <p:cNvPr id="3" name="Content Placeholder 2"/>
          <p:cNvSpPr>
            <a:spLocks noGrp="1"/>
          </p:cNvSpPr>
          <p:nvPr>
            <p:ph idx="1"/>
          </p:nvPr>
        </p:nvSpPr>
        <p:spPr/>
        <p:txBody>
          <a:bodyPr/>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11/11/2025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‹nr.›</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fsnitsoverskrift">
    <p:spTree>
      <p:nvGrpSpPr>
        <p:cNvPr id="1" name=""/>
        <p:cNvGrpSpPr/>
        <p:nvPr/>
      </p:nvGrpSpPr>
      <p:grpSpPr>
        <a:xfrm>
          <a:off x="0" y="0"/>
          <a:ext cx="0" cy="0"/>
          <a:chOff x="0" y="0"/>
          <a:chExt cx="0" cy="0"/>
        </a:xfrm>
      </p:grpSpPr>
      <p:sp>
        <p:nvSpPr>
          <p:cNvPr id="2" name="Title 1"/>
          <p:cNvSpPr>
            <a:spLocks noGrp="1"/>
          </p:cNvSpPr>
          <p:nvPr>
            <p:ph type="title"/>
          </p:nvPr>
        </p:nvSpPr>
        <p:spPr>
          <a:xfrm>
            <a:off x="1229244" y="657226"/>
            <a:ext cx="9733512" cy="2852737"/>
          </a:xfrm>
        </p:spPr>
        <p:txBody>
          <a:bodyPr anchor="b">
            <a:normAutofit/>
          </a:bodyPr>
          <a:lstStyle>
            <a:lvl1pPr>
              <a:defRPr sz="3400"/>
            </a:lvl1pPr>
          </a:lstStyle>
          <a:p>
            <a:r>
              <a:rPr lang="da-DK"/>
              <a:t>Klik for at redigere titeltypografien i masteren</a:t>
            </a:r>
            <a:endParaRPr lang="en-US" dirty="0"/>
          </a:p>
        </p:txBody>
      </p:sp>
      <p:sp>
        <p:nvSpPr>
          <p:cNvPr id="3" name="Text Placeholder 2"/>
          <p:cNvSpPr>
            <a:spLocks noGrp="1"/>
          </p:cNvSpPr>
          <p:nvPr>
            <p:ph type="body" idx="1"/>
          </p:nvPr>
        </p:nvSpPr>
        <p:spPr>
          <a:xfrm>
            <a:off x="1229244" y="3602038"/>
            <a:ext cx="9733512" cy="1500187"/>
          </a:xfrm>
        </p:spPr>
        <p:txBody>
          <a:bodyPr/>
          <a:lstStyle>
            <a:lvl1pPr marL="0" indent="0" algn="ctr">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a-DK"/>
              <a:t>Klik for at redigere teksttypografierne i masteren</a:t>
            </a:r>
          </a:p>
        </p:txBody>
      </p:sp>
      <p:sp>
        <p:nvSpPr>
          <p:cNvPr id="4" name="Date Placeholder 3"/>
          <p:cNvSpPr>
            <a:spLocks noGrp="1"/>
          </p:cNvSpPr>
          <p:nvPr>
            <p:ph type="dt" sz="half" idx="10"/>
          </p:nvPr>
        </p:nvSpPr>
        <p:spPr/>
        <p:txBody>
          <a:bodyPr/>
          <a:lstStyle/>
          <a:p>
            <a:fld id="{48A87A34-81AB-432B-8DAE-1953F412C126}" type="datetimeFigureOut">
              <a:rPr lang="en-US" dirty="0"/>
              <a:t>11/11/2025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‹nr.›</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o indholdsobjekter">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6321"/>
          </a:xfrm>
        </p:spPr>
        <p:txBody>
          <a:bodyPr/>
          <a:lstStyle/>
          <a:p>
            <a:r>
              <a:rPr lang="da-DK"/>
              <a:t>Klik for at redigere titeltypografien i masteren</a:t>
            </a:r>
            <a:endParaRPr lang="en-US" dirty="0"/>
          </a:p>
        </p:txBody>
      </p:sp>
      <p:sp>
        <p:nvSpPr>
          <p:cNvPr id="3" name="Content Placeholder 2"/>
          <p:cNvSpPr>
            <a:spLocks noGrp="1"/>
          </p:cNvSpPr>
          <p:nvPr>
            <p:ph sz="half" idx="1"/>
          </p:nvPr>
        </p:nvSpPr>
        <p:spPr>
          <a:xfrm>
            <a:off x="913795" y="2088319"/>
            <a:ext cx="5106004" cy="3702881"/>
          </a:xfrm>
        </p:spPr>
        <p:txBody>
          <a:bodyPr/>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endParaRPr lang="en-US" dirty="0"/>
          </a:p>
        </p:txBody>
      </p:sp>
      <p:sp>
        <p:nvSpPr>
          <p:cNvPr id="4" name="Content Placeholder 3"/>
          <p:cNvSpPr>
            <a:spLocks noGrp="1"/>
          </p:cNvSpPr>
          <p:nvPr>
            <p:ph sz="half" idx="2"/>
          </p:nvPr>
        </p:nvSpPr>
        <p:spPr>
          <a:xfrm>
            <a:off x="6173403" y="2088319"/>
            <a:ext cx="5094154" cy="3702881"/>
          </a:xfrm>
        </p:spPr>
        <p:txBody>
          <a:bodyPr/>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11/11/2025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‹nr.›</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Sammenligning">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5563"/>
          </a:xfrm>
        </p:spPr>
        <p:txBody>
          <a:bodyPr/>
          <a:lstStyle/>
          <a:p>
            <a:r>
              <a:rPr lang="da-DK"/>
              <a:t>Klik for at redigere titeltypografien i masteren</a:t>
            </a:r>
            <a:endParaRPr lang="en-US" dirty="0"/>
          </a:p>
        </p:txBody>
      </p:sp>
      <p:sp>
        <p:nvSpPr>
          <p:cNvPr id="3" name="Text Placeholder 2"/>
          <p:cNvSpPr>
            <a:spLocks noGrp="1"/>
          </p:cNvSpPr>
          <p:nvPr>
            <p:ph type="body" idx="1"/>
          </p:nvPr>
        </p:nvSpPr>
        <p:spPr>
          <a:xfrm>
            <a:off x="1141804" y="2088320"/>
            <a:ext cx="4879199"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a-DK"/>
              <a:t>Klik for at redigere teksttypografierne i masteren</a:t>
            </a:r>
          </a:p>
        </p:txBody>
      </p:sp>
      <p:sp>
        <p:nvSpPr>
          <p:cNvPr id="4" name="Content Placeholder 3"/>
          <p:cNvSpPr>
            <a:spLocks noGrp="1"/>
          </p:cNvSpPr>
          <p:nvPr>
            <p:ph sz="half" idx="2"/>
          </p:nvPr>
        </p:nvSpPr>
        <p:spPr>
          <a:xfrm>
            <a:off x="913795" y="2912232"/>
            <a:ext cx="5107208" cy="2878968"/>
          </a:xfrm>
        </p:spPr>
        <p:txBody>
          <a:bodyPr/>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endParaRPr lang="en-US" dirty="0"/>
          </a:p>
        </p:txBody>
      </p:sp>
      <p:sp>
        <p:nvSpPr>
          <p:cNvPr id="5" name="Text Placeholder 4"/>
          <p:cNvSpPr>
            <a:spLocks noGrp="1"/>
          </p:cNvSpPr>
          <p:nvPr>
            <p:ph type="body" sz="quarter" idx="3"/>
          </p:nvPr>
        </p:nvSpPr>
        <p:spPr>
          <a:xfrm>
            <a:off x="6402003" y="2088320"/>
            <a:ext cx="4865554"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a-DK"/>
              <a:t>Klik for at redigere teksttypografierne i masteren</a:t>
            </a:r>
          </a:p>
        </p:txBody>
      </p:sp>
      <p:sp>
        <p:nvSpPr>
          <p:cNvPr id="6" name="Content Placeholder 5"/>
          <p:cNvSpPr>
            <a:spLocks noGrp="1"/>
          </p:cNvSpPr>
          <p:nvPr>
            <p:ph sz="quarter" idx="4"/>
          </p:nvPr>
        </p:nvSpPr>
        <p:spPr>
          <a:xfrm>
            <a:off x="6172200" y="2912232"/>
            <a:ext cx="5095357" cy="2878968"/>
          </a:xfrm>
        </p:spPr>
        <p:txBody>
          <a:bodyPr/>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11/11/2025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‹nr.›</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Kun tite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a-DK"/>
              <a:t>Klik for at redigere titeltypografien i masteren</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11/11/2025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‹nr.›</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Tom">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dirty="0"/>
              <a:t>11/11/2025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‹nr.›</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dhold med billedtekst">
    <p:spTree>
      <p:nvGrpSpPr>
        <p:cNvPr id="1" name=""/>
        <p:cNvGrpSpPr/>
        <p:nvPr/>
      </p:nvGrpSpPr>
      <p:grpSpPr>
        <a:xfrm>
          <a:off x="0" y="0"/>
          <a:ext cx="0" cy="0"/>
          <a:chOff x="0" y="0"/>
          <a:chExt cx="0" cy="0"/>
        </a:xfrm>
      </p:grpSpPr>
      <p:sp>
        <p:nvSpPr>
          <p:cNvPr id="2" name="Title 1"/>
          <p:cNvSpPr>
            <a:spLocks noGrp="1"/>
          </p:cNvSpPr>
          <p:nvPr>
            <p:ph type="title"/>
          </p:nvPr>
        </p:nvSpPr>
        <p:spPr>
          <a:xfrm>
            <a:off x="917228" y="609600"/>
            <a:ext cx="3932237" cy="2362200"/>
          </a:xfrm>
        </p:spPr>
        <p:txBody>
          <a:bodyPr anchor="b">
            <a:normAutofit/>
          </a:bodyPr>
          <a:lstStyle>
            <a:lvl1pPr>
              <a:defRPr sz="2800"/>
            </a:lvl1pPr>
          </a:lstStyle>
          <a:p>
            <a:r>
              <a:rPr lang="da-DK"/>
              <a:t>Klik for at redigere titeltypografien i masteren</a:t>
            </a:r>
            <a:endParaRPr lang="en-US" dirty="0"/>
          </a:p>
        </p:txBody>
      </p:sp>
      <p:sp>
        <p:nvSpPr>
          <p:cNvPr id="3" name="Content Placeholder 2"/>
          <p:cNvSpPr>
            <a:spLocks noGrp="1"/>
          </p:cNvSpPr>
          <p:nvPr>
            <p:ph idx="1"/>
          </p:nvPr>
        </p:nvSpPr>
        <p:spPr>
          <a:xfrm>
            <a:off x="5078064" y="609600"/>
            <a:ext cx="6189492" cy="5181600"/>
          </a:xfrm>
        </p:spPr>
        <p:txBody>
          <a:bodyPr anchor="ctr"/>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endParaRPr lang="en-US" dirty="0"/>
          </a:p>
        </p:txBody>
      </p:sp>
      <p:sp>
        <p:nvSpPr>
          <p:cNvPr id="4" name="Text Placeholder 3"/>
          <p:cNvSpPr>
            <a:spLocks noGrp="1"/>
          </p:cNvSpPr>
          <p:nvPr>
            <p:ph type="body" sz="half" idx="2"/>
          </p:nvPr>
        </p:nvSpPr>
        <p:spPr>
          <a:xfrm>
            <a:off x="917228" y="2971800"/>
            <a:ext cx="3932237" cy="2819399"/>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a-DK"/>
              <a:t>Klik for at redigere teksttypografierne i masteren</a:t>
            </a:r>
          </a:p>
        </p:txBody>
      </p:sp>
      <p:sp>
        <p:nvSpPr>
          <p:cNvPr id="5" name="Date Placeholder 4"/>
          <p:cNvSpPr>
            <a:spLocks noGrp="1"/>
          </p:cNvSpPr>
          <p:nvPr>
            <p:ph type="dt" sz="half" idx="10"/>
          </p:nvPr>
        </p:nvSpPr>
        <p:spPr/>
        <p:txBody>
          <a:bodyPr/>
          <a:lstStyle/>
          <a:p>
            <a:fld id="{48A87A34-81AB-432B-8DAE-1953F412C126}" type="datetimeFigureOut">
              <a:rPr lang="en-US" dirty="0"/>
              <a:t>11/11/2025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‹nr.›</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lede med billedtekst">
    <p:spTree>
      <p:nvGrpSpPr>
        <p:cNvPr id="1" name=""/>
        <p:cNvGrpSpPr/>
        <p:nvPr/>
      </p:nvGrpSpPr>
      <p:grpSpPr>
        <a:xfrm>
          <a:off x="0" y="0"/>
          <a:ext cx="0" cy="0"/>
          <a:chOff x="0" y="0"/>
          <a:chExt cx="0" cy="0"/>
        </a:xfrm>
      </p:grpSpPr>
      <p:sp>
        <p:nvSpPr>
          <p:cNvPr id="2" name="Title 1"/>
          <p:cNvSpPr>
            <a:spLocks noGrp="1"/>
          </p:cNvSpPr>
          <p:nvPr>
            <p:ph type="title"/>
          </p:nvPr>
        </p:nvSpPr>
        <p:spPr>
          <a:xfrm>
            <a:off x="917227" y="609600"/>
            <a:ext cx="5929773" cy="2362200"/>
          </a:xfrm>
        </p:spPr>
        <p:txBody>
          <a:bodyPr anchor="b">
            <a:normAutofit/>
          </a:bodyPr>
          <a:lstStyle>
            <a:lvl1pPr>
              <a:defRPr sz="3200"/>
            </a:lvl1pPr>
          </a:lstStyle>
          <a:p>
            <a:r>
              <a:rPr lang="da-DK"/>
              <a:t>Klik for at redigere titeltypografien i masteren</a:t>
            </a:r>
            <a:endParaRPr lang="en-US" dirty="0"/>
          </a:p>
        </p:txBody>
      </p:sp>
      <p:sp>
        <p:nvSpPr>
          <p:cNvPr id="3" name="Picture Placeholder 2"/>
          <p:cNvSpPr>
            <a:spLocks noGrp="1" noChangeAspect="1"/>
          </p:cNvSpPr>
          <p:nvPr>
            <p:ph type="pic" idx="1"/>
          </p:nvPr>
        </p:nvSpPr>
        <p:spPr>
          <a:xfrm>
            <a:off x="7424804" y="758881"/>
            <a:ext cx="3255356" cy="4883038"/>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da-DK" dirty="0"/>
              <a:t>Klik på ikonet for at tilføje et billede</a:t>
            </a:r>
            <a:endParaRPr lang="en-US" dirty="0"/>
          </a:p>
        </p:txBody>
      </p:sp>
      <p:sp>
        <p:nvSpPr>
          <p:cNvPr id="4" name="Text Placeholder 3"/>
          <p:cNvSpPr>
            <a:spLocks noGrp="1"/>
          </p:cNvSpPr>
          <p:nvPr>
            <p:ph type="body" sz="half" idx="2"/>
          </p:nvPr>
        </p:nvSpPr>
        <p:spPr>
          <a:xfrm>
            <a:off x="913794" y="2971800"/>
            <a:ext cx="5934950" cy="2819400"/>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a-DK"/>
              <a:t>Klik for at redigere teksttypografierne i masteren</a:t>
            </a:r>
          </a:p>
        </p:txBody>
      </p:sp>
      <p:sp>
        <p:nvSpPr>
          <p:cNvPr id="5" name="Date Placeholder 4"/>
          <p:cNvSpPr>
            <a:spLocks noGrp="1"/>
          </p:cNvSpPr>
          <p:nvPr>
            <p:ph type="dt" sz="half" idx="10"/>
          </p:nvPr>
        </p:nvSpPr>
        <p:spPr/>
        <p:txBody>
          <a:bodyPr/>
          <a:lstStyle/>
          <a:p>
            <a:fld id="{48A87A34-81AB-432B-8DAE-1953F412C126}" type="datetimeFigureOut">
              <a:rPr lang="en-US" dirty="0"/>
              <a:t>11/11/2025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‹nr.›</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sk billede med billedtekst">
    <p:spTree>
      <p:nvGrpSpPr>
        <p:cNvPr id="1" name=""/>
        <p:cNvGrpSpPr/>
        <p:nvPr/>
      </p:nvGrpSpPr>
      <p:grpSpPr>
        <a:xfrm>
          <a:off x="0" y="0"/>
          <a:ext cx="0" cy="0"/>
          <a:chOff x="0" y="0"/>
          <a:chExt cx="0" cy="0"/>
        </a:xfrm>
      </p:grpSpPr>
      <p:sp>
        <p:nvSpPr>
          <p:cNvPr id="2" name="Title 1"/>
          <p:cNvSpPr>
            <a:spLocks noGrp="1"/>
          </p:cNvSpPr>
          <p:nvPr>
            <p:ph type="title"/>
          </p:nvPr>
        </p:nvSpPr>
        <p:spPr>
          <a:xfrm>
            <a:off x="913806" y="4289372"/>
            <a:ext cx="10367564" cy="819355"/>
          </a:xfrm>
        </p:spPr>
        <p:txBody>
          <a:bodyPr anchor="b">
            <a:normAutofit/>
          </a:bodyPr>
          <a:lstStyle>
            <a:lvl1pPr>
              <a:defRPr sz="2800"/>
            </a:lvl1pPr>
          </a:lstStyle>
          <a:p>
            <a:r>
              <a:rPr lang="da-DK"/>
              <a:t>Klik for at redigere titeltypografien i masteren</a:t>
            </a:r>
            <a:endParaRPr lang="en-US" dirty="0"/>
          </a:p>
        </p:txBody>
      </p:sp>
      <p:sp>
        <p:nvSpPr>
          <p:cNvPr id="3" name="Picture Placeholder 2"/>
          <p:cNvSpPr>
            <a:spLocks noGrp="1" noChangeAspect="1"/>
          </p:cNvSpPr>
          <p:nvPr>
            <p:ph type="pic" idx="1"/>
          </p:nvPr>
        </p:nvSpPr>
        <p:spPr>
          <a:xfrm>
            <a:off x="913806" y="621321"/>
            <a:ext cx="10367564" cy="3379735"/>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da-DK" dirty="0"/>
              <a:t>Klik på ikonet for at tilføje et billede</a:t>
            </a:r>
            <a:endParaRPr lang="en-US" dirty="0"/>
          </a:p>
        </p:txBody>
      </p:sp>
      <p:sp>
        <p:nvSpPr>
          <p:cNvPr id="4" name="Text Placeholder 3"/>
          <p:cNvSpPr>
            <a:spLocks noGrp="1"/>
          </p:cNvSpPr>
          <p:nvPr>
            <p:ph type="body" sz="half" idx="2"/>
          </p:nvPr>
        </p:nvSpPr>
        <p:spPr>
          <a:xfrm>
            <a:off x="913795" y="5108728"/>
            <a:ext cx="10365998" cy="682472"/>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a-DK"/>
              <a:t>Klik for at redigere teksttypografierne i masteren</a:t>
            </a:r>
          </a:p>
        </p:txBody>
      </p:sp>
      <p:sp>
        <p:nvSpPr>
          <p:cNvPr id="5" name="Date Placeholder 4"/>
          <p:cNvSpPr>
            <a:spLocks noGrp="1"/>
          </p:cNvSpPr>
          <p:nvPr>
            <p:ph type="dt" sz="half" idx="10"/>
          </p:nvPr>
        </p:nvSpPr>
        <p:spPr/>
        <p:txBody>
          <a:bodyPr/>
          <a:lstStyle/>
          <a:p>
            <a:fld id="{48A87A34-81AB-432B-8DAE-1953F412C126}" type="datetimeFigureOut">
              <a:rPr lang="en-US" dirty="0"/>
              <a:t>11/11/2025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‹nr.›</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el og billedtekst">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2" cy="3424859"/>
          </a:xfrm>
        </p:spPr>
        <p:txBody>
          <a:bodyPr anchor="ctr"/>
          <a:lstStyle>
            <a:lvl1pPr>
              <a:defRPr sz="3200"/>
            </a:lvl1pPr>
          </a:lstStyle>
          <a:p>
            <a:r>
              <a:rPr lang="da-DK"/>
              <a:t>Klik for at redigere titeltypografien i masteren</a:t>
            </a:r>
            <a:endParaRPr lang="en-US" dirty="0"/>
          </a:p>
        </p:txBody>
      </p:sp>
      <p:sp>
        <p:nvSpPr>
          <p:cNvPr id="4" name="Text Placeholder 3"/>
          <p:cNvSpPr>
            <a:spLocks noGrp="1"/>
          </p:cNvSpPr>
          <p:nvPr>
            <p:ph type="body" sz="half" idx="2"/>
          </p:nvPr>
        </p:nvSpPr>
        <p:spPr>
          <a:xfrm>
            <a:off x="913795" y="4204820"/>
            <a:ext cx="10353761" cy="159218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a-DK"/>
              <a:t>Klik for at redigere teksttypografierne i masteren</a:t>
            </a:r>
          </a:p>
        </p:txBody>
      </p:sp>
      <p:sp>
        <p:nvSpPr>
          <p:cNvPr id="5" name="Date Placeholder 4"/>
          <p:cNvSpPr>
            <a:spLocks noGrp="1"/>
          </p:cNvSpPr>
          <p:nvPr>
            <p:ph type="dt" sz="half" idx="10"/>
          </p:nvPr>
        </p:nvSpPr>
        <p:spPr/>
        <p:txBody>
          <a:bodyPr/>
          <a:lstStyle/>
          <a:p>
            <a:fld id="{48A87A34-81AB-432B-8DAE-1953F412C126}" type="datetimeFigureOut">
              <a:rPr lang="en-US" dirty="0"/>
              <a:t>11/11/2025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‹nr.›</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t med billedtekst">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da-DK"/>
              <a:t>Klik for at redigere titeltypografien i masteren</a:t>
            </a:r>
            <a:endParaRPr lang="en-US" dirty="0"/>
          </a:p>
        </p:txBody>
      </p:sp>
      <p:sp>
        <p:nvSpPr>
          <p:cNvPr id="12" name="Text Placeholder 3"/>
          <p:cNvSpPr>
            <a:spLocks noGrp="1"/>
          </p:cNvSpPr>
          <p:nvPr>
            <p:ph type="body" sz="half" idx="13"/>
          </p:nvPr>
        </p:nvSpPr>
        <p:spPr>
          <a:xfrm>
            <a:off x="1720644" y="3610032"/>
            <a:ext cx="8752299" cy="426812"/>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a-DK"/>
              <a:t>Klik for at redigere teksttypografierne i masteren</a:t>
            </a:r>
          </a:p>
        </p:txBody>
      </p:sp>
      <p:sp>
        <p:nvSpPr>
          <p:cNvPr id="4" name="Text Placeholder 3"/>
          <p:cNvSpPr>
            <a:spLocks noGrp="1"/>
          </p:cNvSpPr>
          <p:nvPr>
            <p:ph type="body" sz="half" idx="2"/>
          </p:nvPr>
        </p:nvSpPr>
        <p:spPr>
          <a:xfrm>
            <a:off x="913794" y="4204821"/>
            <a:ext cx="10353762" cy="1586380"/>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a-DK"/>
              <a:t>Klik for at redigere teksttypografierne i masteren</a:t>
            </a:r>
          </a:p>
        </p:txBody>
      </p:sp>
      <p:sp>
        <p:nvSpPr>
          <p:cNvPr id="5" name="Date Placeholder 4"/>
          <p:cNvSpPr>
            <a:spLocks noGrp="1"/>
          </p:cNvSpPr>
          <p:nvPr>
            <p:ph type="dt" sz="half" idx="10"/>
          </p:nvPr>
        </p:nvSpPr>
        <p:spPr/>
        <p:txBody>
          <a:bodyPr/>
          <a:lstStyle/>
          <a:p>
            <a:fld id="{48A87A34-81AB-432B-8DAE-1953F412C126}" type="datetimeFigureOut">
              <a:rPr lang="en-US" dirty="0"/>
              <a:t>11/11/2025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‹nr.›</a:t>
            </a:fld>
            <a:endParaRPr lang="en-US" dirty="0"/>
          </a:p>
        </p:txBody>
      </p:sp>
      <p:sp>
        <p:nvSpPr>
          <p:cNvPr id="11" name="TextBox 10"/>
          <p:cNvSpPr txBox="1"/>
          <p:nvPr/>
        </p:nvSpPr>
        <p:spPr>
          <a:xfrm>
            <a:off x="836612" y="735241"/>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657956" y="297209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vnekort">
    <p:spTree>
      <p:nvGrpSpPr>
        <p:cNvPr id="1" name=""/>
        <p:cNvGrpSpPr/>
        <p:nvPr/>
      </p:nvGrpSpPr>
      <p:grpSpPr>
        <a:xfrm>
          <a:off x="0" y="0"/>
          <a:ext cx="0" cy="0"/>
          <a:chOff x="0" y="0"/>
          <a:chExt cx="0" cy="0"/>
        </a:xfrm>
      </p:grpSpPr>
      <p:sp>
        <p:nvSpPr>
          <p:cNvPr id="2" name="Title 1"/>
          <p:cNvSpPr>
            <a:spLocks noGrp="1"/>
          </p:cNvSpPr>
          <p:nvPr>
            <p:ph type="title"/>
          </p:nvPr>
        </p:nvSpPr>
        <p:spPr>
          <a:xfrm>
            <a:off x="913806" y="2126942"/>
            <a:ext cx="10355327" cy="2511835"/>
          </a:xfrm>
        </p:spPr>
        <p:txBody>
          <a:bodyPr anchor="b"/>
          <a:lstStyle>
            <a:lvl1pPr>
              <a:defRPr sz="3200"/>
            </a:lvl1pPr>
          </a:lstStyle>
          <a:p>
            <a:r>
              <a:rPr lang="da-DK"/>
              <a:t>Klik for at redigere titeltypografien i masteren</a:t>
            </a:r>
            <a:endParaRPr lang="en-US" dirty="0"/>
          </a:p>
        </p:txBody>
      </p:sp>
      <p:sp>
        <p:nvSpPr>
          <p:cNvPr id="4" name="Text Placeholder 3"/>
          <p:cNvSpPr>
            <a:spLocks noGrp="1"/>
          </p:cNvSpPr>
          <p:nvPr>
            <p:ph type="body" sz="half" idx="2"/>
          </p:nvPr>
        </p:nvSpPr>
        <p:spPr>
          <a:xfrm>
            <a:off x="913794" y="4650556"/>
            <a:ext cx="10353763"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a-DK"/>
              <a:t>Klik for at redigere teksttypografierne i masteren</a:t>
            </a:r>
          </a:p>
        </p:txBody>
      </p:sp>
      <p:sp>
        <p:nvSpPr>
          <p:cNvPr id="5" name="Date Placeholder 4"/>
          <p:cNvSpPr>
            <a:spLocks noGrp="1"/>
          </p:cNvSpPr>
          <p:nvPr>
            <p:ph type="dt" sz="half" idx="10"/>
          </p:nvPr>
        </p:nvSpPr>
        <p:spPr/>
        <p:txBody>
          <a:bodyPr/>
          <a:lstStyle/>
          <a:p>
            <a:fld id="{48A87A34-81AB-432B-8DAE-1953F412C126}" type="datetimeFigureOut">
              <a:rPr lang="en-US" dirty="0"/>
              <a:t>11/11/2025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‹nr.›</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kolonner">
    <p:spTree>
      <p:nvGrpSpPr>
        <p:cNvPr id="1" name=""/>
        <p:cNvGrpSpPr/>
        <p:nvPr/>
      </p:nvGrpSpPr>
      <p:grpSpPr>
        <a:xfrm>
          <a:off x="0" y="0"/>
          <a:ext cx="0" cy="0"/>
          <a:chOff x="0" y="0"/>
          <a:chExt cx="0" cy="0"/>
        </a:xfrm>
      </p:grpSpPr>
      <p:sp>
        <p:nvSpPr>
          <p:cNvPr id="15" name="Title 1"/>
          <p:cNvSpPr>
            <a:spLocks noGrp="1"/>
          </p:cNvSpPr>
          <p:nvPr>
            <p:ph type="title"/>
          </p:nvPr>
        </p:nvSpPr>
        <p:spPr>
          <a:xfrm>
            <a:off x="913794" y="609600"/>
            <a:ext cx="10353762" cy="1325563"/>
          </a:xfrm>
        </p:spPr>
        <p:txBody>
          <a:bodyPr/>
          <a:lstStyle/>
          <a:p>
            <a:r>
              <a:rPr lang="da-DK"/>
              <a:t>Klik for at redigere titeltypografien i masteren</a:t>
            </a:r>
            <a:endParaRPr lang="en-US" dirty="0"/>
          </a:p>
        </p:txBody>
      </p:sp>
      <p:sp>
        <p:nvSpPr>
          <p:cNvPr id="7" name="Text Placeholder 2"/>
          <p:cNvSpPr>
            <a:spLocks noGrp="1"/>
          </p:cNvSpPr>
          <p:nvPr>
            <p:ph type="body" idx="1"/>
          </p:nvPr>
        </p:nvSpPr>
        <p:spPr>
          <a:xfrm>
            <a:off x="913794" y="2088319"/>
            <a:ext cx="3298956" cy="823305"/>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a-DK"/>
              <a:t>Klik for at redigere teksttypografierne i masteren</a:t>
            </a:r>
          </a:p>
        </p:txBody>
      </p:sp>
      <p:sp>
        <p:nvSpPr>
          <p:cNvPr id="8" name="Text Placeholder 3"/>
          <p:cNvSpPr>
            <a:spLocks noGrp="1"/>
          </p:cNvSpPr>
          <p:nvPr>
            <p:ph type="body" sz="half" idx="15"/>
          </p:nvPr>
        </p:nvSpPr>
        <p:spPr>
          <a:xfrm>
            <a:off x="913794" y="2911624"/>
            <a:ext cx="3298956"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a-DK"/>
              <a:t>Klik for at redigere teksttypografierne i masteren</a:t>
            </a:r>
          </a:p>
        </p:txBody>
      </p:sp>
      <p:sp>
        <p:nvSpPr>
          <p:cNvPr id="9" name="Text Placeholder 4"/>
          <p:cNvSpPr>
            <a:spLocks noGrp="1"/>
          </p:cNvSpPr>
          <p:nvPr>
            <p:ph type="body" sz="quarter" idx="3"/>
          </p:nvPr>
        </p:nvSpPr>
        <p:spPr>
          <a:xfrm>
            <a:off x="4444878" y="2088320"/>
            <a:ext cx="3298558"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a-DK"/>
              <a:t>Klik for at redigere teksttypografierne i masteren</a:t>
            </a:r>
          </a:p>
        </p:txBody>
      </p:sp>
      <p:sp>
        <p:nvSpPr>
          <p:cNvPr id="10" name="Text Placeholder 3"/>
          <p:cNvSpPr>
            <a:spLocks noGrp="1"/>
          </p:cNvSpPr>
          <p:nvPr>
            <p:ph type="body" sz="half" idx="16"/>
          </p:nvPr>
        </p:nvSpPr>
        <p:spPr>
          <a:xfrm>
            <a:off x="4444878" y="2911624"/>
            <a:ext cx="329982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a-DK"/>
              <a:t>Klik for at redigere teksttypografierne i masteren</a:t>
            </a:r>
          </a:p>
        </p:txBody>
      </p:sp>
      <p:sp>
        <p:nvSpPr>
          <p:cNvPr id="11" name="Text Placeholder 4"/>
          <p:cNvSpPr>
            <a:spLocks noGrp="1"/>
          </p:cNvSpPr>
          <p:nvPr>
            <p:ph type="body" sz="quarter" idx="13"/>
          </p:nvPr>
        </p:nvSpPr>
        <p:spPr>
          <a:xfrm>
            <a:off x="7973298" y="2088320"/>
            <a:ext cx="3291211"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a-DK"/>
              <a:t>Klik for at redigere teksttypografierne i masteren</a:t>
            </a:r>
          </a:p>
        </p:txBody>
      </p:sp>
      <p:sp>
        <p:nvSpPr>
          <p:cNvPr id="12" name="Text Placeholder 3"/>
          <p:cNvSpPr>
            <a:spLocks noGrp="1"/>
          </p:cNvSpPr>
          <p:nvPr>
            <p:ph type="body" sz="half" idx="17"/>
          </p:nvPr>
        </p:nvSpPr>
        <p:spPr>
          <a:xfrm>
            <a:off x="7976346" y="2911624"/>
            <a:ext cx="329121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a-DK"/>
              <a:t>Klik for at redigere teksttypografierne i masteren</a:t>
            </a:r>
          </a:p>
        </p:txBody>
      </p:sp>
      <p:sp>
        <p:nvSpPr>
          <p:cNvPr id="3" name="Date Placeholder 2"/>
          <p:cNvSpPr>
            <a:spLocks noGrp="1"/>
          </p:cNvSpPr>
          <p:nvPr>
            <p:ph type="dt" sz="half" idx="10"/>
          </p:nvPr>
        </p:nvSpPr>
        <p:spPr/>
        <p:txBody>
          <a:bodyPr/>
          <a:lstStyle/>
          <a:p>
            <a:fld id="{48A87A34-81AB-432B-8DAE-1953F412C126}" type="datetimeFigureOut">
              <a:rPr lang="en-US" dirty="0"/>
              <a:t>11/11/2025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‹nr.›</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kolonner med billede">
    <p:spTree>
      <p:nvGrpSpPr>
        <p:cNvPr id="1" name=""/>
        <p:cNvGrpSpPr/>
        <p:nvPr/>
      </p:nvGrpSpPr>
      <p:grpSpPr>
        <a:xfrm>
          <a:off x="0" y="0"/>
          <a:ext cx="0" cy="0"/>
          <a:chOff x="0" y="0"/>
          <a:chExt cx="0" cy="0"/>
        </a:xfrm>
      </p:grpSpPr>
      <p:sp>
        <p:nvSpPr>
          <p:cNvPr id="30" name="Title 1"/>
          <p:cNvSpPr>
            <a:spLocks noGrp="1"/>
          </p:cNvSpPr>
          <p:nvPr>
            <p:ph type="title"/>
          </p:nvPr>
        </p:nvSpPr>
        <p:spPr>
          <a:xfrm>
            <a:off x="913795" y="609600"/>
            <a:ext cx="10353762" cy="1325563"/>
          </a:xfrm>
        </p:spPr>
        <p:txBody>
          <a:bodyPr/>
          <a:lstStyle/>
          <a:p>
            <a:r>
              <a:rPr lang="da-DK"/>
              <a:t>Klik for at redigere titeltypografien i masteren</a:t>
            </a:r>
            <a:endParaRPr lang="en-US" dirty="0"/>
          </a:p>
        </p:txBody>
      </p:sp>
      <p:sp>
        <p:nvSpPr>
          <p:cNvPr id="19" name="Text Placeholder 2"/>
          <p:cNvSpPr>
            <a:spLocks noGrp="1"/>
          </p:cNvSpPr>
          <p:nvPr>
            <p:ph type="body" idx="1"/>
          </p:nvPr>
        </p:nvSpPr>
        <p:spPr>
          <a:xfrm>
            <a:off x="913795" y="4195899"/>
            <a:ext cx="3298955"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a-DK"/>
              <a:t>Klik for at redigere teksttypografierne i masteren</a:t>
            </a:r>
          </a:p>
        </p:txBody>
      </p:sp>
      <p:sp>
        <p:nvSpPr>
          <p:cNvPr id="20" name="Picture Placeholder 2"/>
          <p:cNvSpPr>
            <a:spLocks noGrp="1" noChangeAspect="1"/>
          </p:cNvSpPr>
          <p:nvPr>
            <p:ph type="pic" idx="15"/>
          </p:nvPr>
        </p:nvSpPr>
        <p:spPr>
          <a:xfrm>
            <a:off x="1092020" y="2298987"/>
            <a:ext cx="2940050"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da-DK" dirty="0"/>
              <a:t>Klik på ikonet for at tilføje et billede</a:t>
            </a:r>
            <a:endParaRPr lang="en-US" dirty="0"/>
          </a:p>
        </p:txBody>
      </p:sp>
      <p:sp>
        <p:nvSpPr>
          <p:cNvPr id="21" name="Text Placeholder 3"/>
          <p:cNvSpPr>
            <a:spLocks noGrp="1"/>
          </p:cNvSpPr>
          <p:nvPr>
            <p:ph type="body" sz="half" idx="18"/>
          </p:nvPr>
        </p:nvSpPr>
        <p:spPr>
          <a:xfrm>
            <a:off x="913795" y="4772161"/>
            <a:ext cx="3298955"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a-DK"/>
              <a:t>Klik for at redigere teksttypografierne i masteren</a:t>
            </a:r>
          </a:p>
        </p:txBody>
      </p:sp>
      <p:sp>
        <p:nvSpPr>
          <p:cNvPr id="22" name="Text Placeholder 4"/>
          <p:cNvSpPr>
            <a:spLocks noGrp="1"/>
          </p:cNvSpPr>
          <p:nvPr>
            <p:ph type="body" sz="quarter" idx="3"/>
          </p:nvPr>
        </p:nvSpPr>
        <p:spPr>
          <a:xfrm>
            <a:off x="4442701" y="4195899"/>
            <a:ext cx="3298983"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a-DK"/>
              <a:t>Klik for at redigere teksttypografierne i masteren</a:t>
            </a:r>
          </a:p>
        </p:txBody>
      </p:sp>
      <p:sp>
        <p:nvSpPr>
          <p:cNvPr id="23" name="Picture Placeholder 2"/>
          <p:cNvSpPr>
            <a:spLocks noGrp="1" noChangeAspect="1"/>
          </p:cNvSpPr>
          <p:nvPr>
            <p:ph type="pic" idx="21"/>
          </p:nvPr>
        </p:nvSpPr>
        <p:spPr>
          <a:xfrm>
            <a:off x="4568996" y="2298987"/>
            <a:ext cx="2930525"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da-DK" dirty="0"/>
              <a:t>Klik på ikonet for at tilføje et billede</a:t>
            </a:r>
            <a:endParaRPr lang="en-US" dirty="0"/>
          </a:p>
        </p:txBody>
      </p:sp>
      <p:sp>
        <p:nvSpPr>
          <p:cNvPr id="24" name="Text Placeholder 3"/>
          <p:cNvSpPr>
            <a:spLocks noGrp="1"/>
          </p:cNvSpPr>
          <p:nvPr>
            <p:ph type="body" sz="half" idx="19"/>
          </p:nvPr>
        </p:nvSpPr>
        <p:spPr>
          <a:xfrm>
            <a:off x="4441348" y="4772160"/>
            <a:ext cx="3300336"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a-DK"/>
              <a:t>Klik for at redigere teksttypografierne i masteren</a:t>
            </a:r>
          </a:p>
        </p:txBody>
      </p:sp>
      <p:sp>
        <p:nvSpPr>
          <p:cNvPr id="25" name="Text Placeholder 4"/>
          <p:cNvSpPr>
            <a:spLocks noGrp="1"/>
          </p:cNvSpPr>
          <p:nvPr>
            <p:ph type="body" sz="quarter" idx="13"/>
          </p:nvPr>
        </p:nvSpPr>
        <p:spPr>
          <a:xfrm>
            <a:off x="7973423" y="4195899"/>
            <a:ext cx="3289900"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a-DK"/>
              <a:t>Klik for at redigere teksttypografierne i masteren</a:t>
            </a:r>
          </a:p>
        </p:txBody>
      </p:sp>
      <p:sp>
        <p:nvSpPr>
          <p:cNvPr id="26" name="Picture Placeholder 2"/>
          <p:cNvSpPr>
            <a:spLocks noGrp="1" noChangeAspect="1"/>
          </p:cNvSpPr>
          <p:nvPr>
            <p:ph type="pic" idx="22"/>
          </p:nvPr>
        </p:nvSpPr>
        <p:spPr>
          <a:xfrm>
            <a:off x="8152803" y="2298987"/>
            <a:ext cx="2932113"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da-DK" dirty="0"/>
              <a:t>Klik på ikonet for at tilføje et billede</a:t>
            </a:r>
            <a:endParaRPr lang="en-US" dirty="0"/>
          </a:p>
        </p:txBody>
      </p:sp>
      <p:sp>
        <p:nvSpPr>
          <p:cNvPr id="27" name="Text Placeholder 3"/>
          <p:cNvSpPr>
            <a:spLocks noGrp="1"/>
          </p:cNvSpPr>
          <p:nvPr>
            <p:ph type="body" sz="half" idx="20"/>
          </p:nvPr>
        </p:nvSpPr>
        <p:spPr>
          <a:xfrm>
            <a:off x="7973298" y="4772161"/>
            <a:ext cx="3294258" cy="1019037"/>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a-DK"/>
              <a:t>Klik for at redigere teksttypografierne i masteren</a:t>
            </a:r>
          </a:p>
        </p:txBody>
      </p:sp>
      <p:sp>
        <p:nvSpPr>
          <p:cNvPr id="3" name="Date Placeholder 2"/>
          <p:cNvSpPr>
            <a:spLocks noGrp="1"/>
          </p:cNvSpPr>
          <p:nvPr>
            <p:ph type="dt" sz="half" idx="10"/>
          </p:nvPr>
        </p:nvSpPr>
        <p:spPr/>
        <p:txBody>
          <a:bodyPr/>
          <a:lstStyle/>
          <a:p>
            <a:fld id="{48A87A34-81AB-432B-8DAE-1953F412C126}" type="datetimeFigureOut">
              <a:rPr lang="en-US" dirty="0"/>
              <a:t>11/11/2025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‹nr.›</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el og lodret teks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a-DK"/>
              <a:t>Klik for at redigere titeltypografien i masteren</a:t>
            </a:r>
            <a:endParaRPr lang="en-US" dirty="0"/>
          </a:p>
        </p:txBody>
      </p:sp>
      <p:sp>
        <p:nvSpPr>
          <p:cNvPr id="3" name="Vertical Text Placeholder 2"/>
          <p:cNvSpPr>
            <a:spLocks noGrp="1"/>
          </p:cNvSpPr>
          <p:nvPr>
            <p:ph type="body" orient="vert" idx="1"/>
          </p:nvPr>
        </p:nvSpPr>
        <p:spPr/>
        <p:txBody>
          <a:bodyPr vert="eaVert"/>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11/11/2025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‹nr.›</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Lodret titel og teks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609599"/>
            <a:ext cx="2542657" cy="5181601"/>
          </a:xfrm>
        </p:spPr>
        <p:txBody>
          <a:bodyPr vert="eaVert"/>
          <a:lstStyle>
            <a:lvl1pPr algn="l">
              <a:defRPr/>
            </a:lvl1pPr>
          </a:lstStyle>
          <a:p>
            <a:r>
              <a:rPr lang="da-DK"/>
              <a:t>Klik for at redigere titeltypografien i masteren</a:t>
            </a:r>
            <a:endParaRPr lang="en-US" dirty="0"/>
          </a:p>
        </p:txBody>
      </p:sp>
      <p:sp>
        <p:nvSpPr>
          <p:cNvPr id="3" name="Vertical Text Placeholder 2"/>
          <p:cNvSpPr>
            <a:spLocks noGrp="1"/>
          </p:cNvSpPr>
          <p:nvPr>
            <p:ph type="body" orient="vert" idx="1"/>
          </p:nvPr>
        </p:nvSpPr>
        <p:spPr>
          <a:xfrm>
            <a:off x="913794" y="609599"/>
            <a:ext cx="7658705" cy="5181601"/>
          </a:xfrm>
        </p:spPr>
        <p:txBody>
          <a:bodyPr vert="eaVert"/>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11/11/2025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‹nr.›</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1" cy="1326321"/>
          </a:xfrm>
          <a:prstGeom prst="rect">
            <a:avLst/>
          </a:prstGeom>
        </p:spPr>
        <p:txBody>
          <a:bodyPr vert="horz" lIns="91440" tIns="45720" rIns="91440" bIns="45720" rtlCol="0" anchor="ctr">
            <a:normAutofit/>
          </a:bodyPr>
          <a:lstStyle/>
          <a:p>
            <a:r>
              <a:rPr lang="da-DK"/>
              <a:t>Klik for at redigere titeltypografien i masteren</a:t>
            </a:r>
            <a:endParaRPr lang="en-US" dirty="0"/>
          </a:p>
        </p:txBody>
      </p:sp>
      <p:sp>
        <p:nvSpPr>
          <p:cNvPr id="3" name="Text Placeholder 2"/>
          <p:cNvSpPr>
            <a:spLocks noGrp="1"/>
          </p:cNvSpPr>
          <p:nvPr>
            <p:ph type="body" idx="1"/>
          </p:nvPr>
        </p:nvSpPr>
        <p:spPr>
          <a:xfrm>
            <a:off x="913795" y="2096064"/>
            <a:ext cx="10353762" cy="3695136"/>
          </a:xfrm>
          <a:prstGeom prst="rect">
            <a:avLst/>
          </a:prstGeom>
        </p:spPr>
        <p:txBody>
          <a:bodyPr vert="horz" lIns="91440" tIns="45720" rIns="91440" bIns="45720" rtlCol="0">
            <a:normAutofit/>
          </a:bodyPr>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48A87A34-81AB-432B-8DAE-1953F412C126}" type="datetimeFigureOut">
              <a:rPr lang="en-US" dirty="0"/>
              <a:pPr/>
              <a:t>11/11/2025</a:t>
            </a:fld>
            <a:endParaRPr lang="en-US" dirty="0"/>
          </a:p>
        </p:txBody>
      </p:sp>
      <p:sp>
        <p:nvSpPr>
          <p:cNvPr id="5" name="Footer Placeholder 4"/>
          <p:cNvSpPr>
            <a:spLocks noGrp="1"/>
          </p:cNvSpPr>
          <p:nvPr>
            <p:ph type="ftr" sz="quarter" idx="3"/>
          </p:nvPr>
        </p:nvSpPr>
        <p:spPr>
          <a:xfrm>
            <a:off x="913794" y="5883275"/>
            <a:ext cx="6672865" cy="365125"/>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6D22F896-40B5-4ADD-8801-0D06FADFA095}" type="slidenum">
              <a:rPr lang="en-US" dirty="0"/>
              <a:pPr/>
              <a:t>‹nr.›</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p:txStyles>
    <p:titleStyle>
      <a:lvl1pPr algn="ctr" defTabSz="914400" rtl="0" eaLnBrk="1" latinLnBrk="0" hangingPunct="1">
        <a:lnSpc>
          <a:spcPct val="90000"/>
        </a:lnSpc>
        <a:spcBef>
          <a:spcPct val="0"/>
        </a:spcBef>
        <a:buNone/>
        <a:defRPr sz="3400" b="1" i="0" kern="1200" cap="all">
          <a:solidFill>
            <a:schemeClr val="tx1"/>
          </a:solidFill>
          <a:effectLst>
            <a:outerShdw blurRad="50800" dist="63500" dir="2700000" algn="tl" rotWithShape="0">
              <a:srgbClr val="000000">
                <a:alpha val="48000"/>
              </a:srgbClr>
            </a:outerShdw>
          </a:effectLst>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effectLst>
            <a:outerShdw blurRad="50800" dist="38100" dir="2700000" algn="tl" rotWithShape="0">
              <a:srgbClr val="000000">
                <a:alpha val="48000"/>
              </a:srgbClr>
            </a:outerShdw>
          </a:effectLst>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effectLst>
            <a:outerShdw blurRad="50800" dist="38100" dir="2700000" algn="tl" rotWithShape="0">
              <a:srgbClr val="000000">
                <a:alpha val="48000"/>
              </a:srgbClr>
            </a:outerShdw>
          </a:effectLst>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effectLst>
            <a:outerShdw blurRad="50800" dist="38100" dir="2700000" algn="tl" rotWithShape="0">
              <a:srgbClr val="000000">
                <a:alpha val="48000"/>
              </a:srgbClr>
            </a:outerShdw>
          </a:effectLst>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effectLst>
            <a:outerShdw blurRad="50800" dist="38100" dir="2700000" algn="tl" rotWithShape="0">
              <a:srgbClr val="000000">
                <a:alpha val="48000"/>
              </a:srgbClr>
            </a:outerShdw>
          </a:effectLst>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5pPr>
      <a:lvl6pPr marL="25146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6pPr>
      <a:lvl7pPr marL="29718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7pPr>
      <a:lvl8pPr marL="3429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8pPr>
      <a:lvl9pPr marL="3886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8183A38-25B9-C2FC-9FD3-DE906F09B827}"/>
              </a:ext>
            </a:extLst>
          </p:cNvPr>
          <p:cNvSpPr>
            <a:spLocks noGrp="1"/>
          </p:cNvSpPr>
          <p:nvPr>
            <p:ph type="ctrTitle"/>
          </p:nvPr>
        </p:nvSpPr>
        <p:spPr>
          <a:xfrm>
            <a:off x="407096" y="231732"/>
            <a:ext cx="11367370" cy="3278231"/>
          </a:xfrm>
        </p:spPr>
        <p:txBody>
          <a:bodyPr anchor="ctr">
            <a:normAutofit/>
          </a:bodyPr>
          <a:lstStyle/>
          <a:p>
            <a:r>
              <a:rPr lang="da-DK" sz="7200" spc="600" noProof="0" dirty="0"/>
              <a:t>2 agile principper</a:t>
            </a:r>
          </a:p>
        </p:txBody>
      </p:sp>
      <p:sp>
        <p:nvSpPr>
          <p:cNvPr id="3" name="Undertitel 2">
            <a:extLst>
              <a:ext uri="{FF2B5EF4-FFF2-40B4-BE49-F238E27FC236}">
                <a16:creationId xmlns:a16="http://schemas.microsoft.com/office/drawing/2014/main" id="{747E66CC-66CB-B7CE-1ED1-6192C96E8BB8}"/>
              </a:ext>
            </a:extLst>
          </p:cNvPr>
          <p:cNvSpPr>
            <a:spLocks noGrp="1"/>
          </p:cNvSpPr>
          <p:nvPr>
            <p:ph type="subTitle" idx="1"/>
          </p:nvPr>
        </p:nvSpPr>
        <p:spPr>
          <a:xfrm>
            <a:off x="407096" y="3602037"/>
            <a:ext cx="11367370" cy="2817551"/>
          </a:xfrm>
        </p:spPr>
        <p:txBody>
          <a:bodyPr anchor="ctr">
            <a:normAutofit/>
          </a:bodyPr>
          <a:lstStyle/>
          <a:p>
            <a:pPr marL="457200" indent="-457200" algn="l">
              <a:buAutoNum type="arabicPeriod"/>
            </a:pPr>
            <a:r>
              <a:rPr lang="da-DK" noProof="0" dirty="0"/>
              <a:t>Vores højeste prioritet er at stille kunden tilfreds gennem tidlige og løbende afleveringer af værdifuld software.</a:t>
            </a:r>
          </a:p>
          <a:p>
            <a:pPr marL="457200" indent="-457200" algn="l">
              <a:buAutoNum type="arabicPeriod"/>
            </a:pPr>
            <a:r>
              <a:rPr lang="da-DK" noProof="0" dirty="0"/>
              <a:t>Vi imødekommer ændringer i krav, også selvom de fremkommer sent i udviklingen. De agile processer sikrer, at ændringer er til kundens fordel.</a:t>
            </a:r>
          </a:p>
        </p:txBody>
      </p:sp>
    </p:spTree>
    <p:extLst>
      <p:ext uri="{BB962C8B-B14F-4D97-AF65-F5344CB8AC3E}">
        <p14:creationId xmlns:p14="http://schemas.microsoft.com/office/powerpoint/2010/main" val="6411011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10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fade">
                                      <p:cBhvr>
                                        <p:cTn id="17" dur="10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1BCA721-EC70-00F8-41A3-00092E9963A8}"/>
              </a:ext>
            </a:extLst>
          </p:cNvPr>
          <p:cNvSpPr>
            <a:spLocks noGrp="1"/>
          </p:cNvSpPr>
          <p:nvPr>
            <p:ph type="title"/>
          </p:nvPr>
        </p:nvSpPr>
        <p:spPr>
          <a:xfrm>
            <a:off x="250092" y="113323"/>
            <a:ext cx="11762153" cy="3315677"/>
          </a:xfrm>
        </p:spPr>
        <p:txBody>
          <a:bodyPr>
            <a:normAutofit/>
          </a:bodyPr>
          <a:lstStyle/>
          <a:p>
            <a:r>
              <a:rPr lang="da-DK" spc="600" noProof="0" dirty="0"/>
              <a:t>Vores højeste prioritet er at stille kunden tilfreds gennem tidlige og løbende afleveringer af værdifuld software.</a:t>
            </a:r>
          </a:p>
        </p:txBody>
      </p:sp>
      <p:sp>
        <p:nvSpPr>
          <p:cNvPr id="3" name="Pladsholder til indhold 2">
            <a:extLst>
              <a:ext uri="{FF2B5EF4-FFF2-40B4-BE49-F238E27FC236}">
                <a16:creationId xmlns:a16="http://schemas.microsoft.com/office/drawing/2014/main" id="{D74D80F4-835A-7246-A5E8-65CC8D6E1706}"/>
              </a:ext>
            </a:extLst>
          </p:cNvPr>
          <p:cNvSpPr>
            <a:spLocks noGrp="1"/>
          </p:cNvSpPr>
          <p:nvPr>
            <p:ph idx="1"/>
          </p:nvPr>
        </p:nvSpPr>
        <p:spPr>
          <a:xfrm>
            <a:off x="250092" y="3180862"/>
            <a:ext cx="11762153" cy="3563815"/>
          </a:xfrm>
        </p:spPr>
        <p:txBody>
          <a:bodyPr anchor="ctr">
            <a:normAutofit/>
          </a:bodyPr>
          <a:lstStyle/>
          <a:p>
            <a:r>
              <a:rPr lang="da-DK" sz="2400" noProof="0" dirty="0"/>
              <a:t>Kundeværdi og kontinuerlig levering.</a:t>
            </a:r>
          </a:p>
          <a:p>
            <a:r>
              <a:rPr lang="da-DK" sz="2400" noProof="0" dirty="0"/>
              <a:t>Levere små brugbare dele af produktet tidligt og ofte.</a:t>
            </a:r>
          </a:p>
          <a:p>
            <a:r>
              <a:rPr lang="da-DK" sz="2400" noProof="0" dirty="0"/>
              <a:t>Hurtigt noget konkret der skaber værdi.</a:t>
            </a:r>
          </a:p>
          <a:p>
            <a:r>
              <a:rPr lang="da-DK" sz="2400" noProof="0" dirty="0"/>
              <a:t>Tidlig indhentning af feedback og mulighed for at justere retningen.</a:t>
            </a:r>
          </a:p>
        </p:txBody>
      </p:sp>
    </p:spTree>
    <p:extLst>
      <p:ext uri="{BB962C8B-B14F-4D97-AF65-F5344CB8AC3E}">
        <p14:creationId xmlns:p14="http://schemas.microsoft.com/office/powerpoint/2010/main" val="150414289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100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10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fade">
                                      <p:cBhvr>
                                        <p:cTn id="17" dur="10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fade">
                                      <p:cBhvr>
                                        <p:cTn id="22" dur="10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fade">
                                      <p:cBhvr>
                                        <p:cTn id="27" dur="10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CBB97B-4715-0481-36FF-48A773B989ED}"/>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5AABC668-AE9B-2F6F-1050-EF251C183401}"/>
              </a:ext>
            </a:extLst>
          </p:cNvPr>
          <p:cNvSpPr>
            <a:spLocks noGrp="1"/>
          </p:cNvSpPr>
          <p:nvPr>
            <p:ph type="title"/>
          </p:nvPr>
        </p:nvSpPr>
        <p:spPr>
          <a:xfrm>
            <a:off x="250092" y="113323"/>
            <a:ext cx="11762153" cy="3315677"/>
          </a:xfrm>
        </p:spPr>
        <p:txBody>
          <a:bodyPr>
            <a:normAutofit/>
          </a:bodyPr>
          <a:lstStyle/>
          <a:p>
            <a:r>
              <a:rPr lang="da-DK" spc="600" noProof="0" dirty="0"/>
              <a:t>Vi imødekommer ændringer i krav, også selvom de fremkommer sent i udviklingen. De agile processer sikrer, at ændringer er til kundens fordel.</a:t>
            </a:r>
          </a:p>
        </p:txBody>
      </p:sp>
      <p:sp>
        <p:nvSpPr>
          <p:cNvPr id="3" name="Pladsholder til indhold 2">
            <a:extLst>
              <a:ext uri="{FF2B5EF4-FFF2-40B4-BE49-F238E27FC236}">
                <a16:creationId xmlns:a16="http://schemas.microsoft.com/office/drawing/2014/main" id="{6438E9AB-503B-8B2D-9E89-7EA5DB15352A}"/>
              </a:ext>
            </a:extLst>
          </p:cNvPr>
          <p:cNvSpPr>
            <a:spLocks noGrp="1"/>
          </p:cNvSpPr>
          <p:nvPr>
            <p:ph idx="1"/>
          </p:nvPr>
        </p:nvSpPr>
        <p:spPr>
          <a:xfrm>
            <a:off x="250092" y="3180862"/>
            <a:ext cx="11762153" cy="3563815"/>
          </a:xfrm>
        </p:spPr>
        <p:txBody>
          <a:bodyPr anchor="ctr">
            <a:normAutofit/>
          </a:bodyPr>
          <a:lstStyle/>
          <a:p>
            <a:r>
              <a:rPr lang="da-DK" sz="2400" noProof="0" dirty="0"/>
              <a:t>Fleksibilitet og tilpasningsevne.</a:t>
            </a:r>
          </a:p>
          <a:p>
            <a:r>
              <a:rPr lang="da-DK" sz="2400" noProof="0" dirty="0"/>
              <a:t>Ikke et problem, men en mulighed for at forbedre produktet.</a:t>
            </a:r>
          </a:p>
          <a:p>
            <a:r>
              <a:rPr lang="da-DK" sz="2400" noProof="0" dirty="0"/>
              <a:t>Kundens behov</a:t>
            </a:r>
            <a:r>
              <a:rPr lang="da-DK" sz="2400" b="1" noProof="0" dirty="0"/>
              <a:t> KAN </a:t>
            </a:r>
            <a:r>
              <a:rPr lang="da-DK" sz="2400" noProof="0" dirty="0"/>
              <a:t>ændre sig.</a:t>
            </a:r>
          </a:p>
        </p:txBody>
      </p:sp>
    </p:spTree>
    <p:extLst>
      <p:ext uri="{BB962C8B-B14F-4D97-AF65-F5344CB8AC3E}">
        <p14:creationId xmlns:p14="http://schemas.microsoft.com/office/powerpoint/2010/main" val="63511815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100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10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fade">
                                      <p:cBhvr>
                                        <p:cTn id="17" dur="10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fade">
                                      <p:cBhvr>
                                        <p:cTn id="22" dur="10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Damask">
  <a:themeElements>
    <a:clrScheme name="Damask">
      <a:dk1>
        <a:sysClr val="windowText" lastClr="000000"/>
      </a:dk1>
      <a:lt1>
        <a:sysClr val="window" lastClr="FFFFFF"/>
      </a:lt1>
      <a:dk2>
        <a:srgbClr val="2A5B7F"/>
      </a:dk2>
      <a:lt2>
        <a:srgbClr val="ABDAFC"/>
      </a:lt2>
      <a:accent1>
        <a:srgbClr val="9EC544"/>
      </a:accent1>
      <a:accent2>
        <a:srgbClr val="50BEA3"/>
      </a:accent2>
      <a:accent3>
        <a:srgbClr val="4A9CCC"/>
      </a:accent3>
      <a:accent4>
        <a:srgbClr val="9A66CA"/>
      </a:accent4>
      <a:accent5>
        <a:srgbClr val="C54F71"/>
      </a:accent5>
      <a:accent6>
        <a:srgbClr val="DE9C3C"/>
      </a:accent6>
      <a:hlink>
        <a:srgbClr val="6BA9DA"/>
      </a:hlink>
      <a:folHlink>
        <a:srgbClr val="A0BCD3"/>
      </a:folHlink>
    </a:clrScheme>
    <a:fontScheme name="Damask">
      <a:majorFont>
        <a:latin typeface="Bookman Old Style" panose="02050604050505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panose="020606030202050204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amask">
      <a:fillStyleLst>
        <a:solidFill>
          <a:schemeClr val="phClr"/>
        </a:solidFill>
        <a:gradFill rotWithShape="1">
          <a:gsLst>
            <a:gs pos="0">
              <a:schemeClr val="phClr">
                <a:tint val="48000"/>
                <a:satMod val="105000"/>
                <a:lumMod val="110000"/>
              </a:schemeClr>
            </a:gs>
            <a:gs pos="100000">
              <a:schemeClr val="phClr">
                <a:tint val="78000"/>
                <a:satMod val="109000"/>
                <a:lumMod val="100000"/>
              </a:schemeClr>
            </a:gs>
          </a:gsLst>
          <a:lin ang="5400000" scaled="0"/>
        </a:gradFill>
        <a:gradFill rotWithShape="1">
          <a:gsLst>
            <a:gs pos="0">
              <a:schemeClr val="phClr">
                <a:tint val="94000"/>
                <a:satMod val="100000"/>
                <a:lumMod val="104000"/>
              </a:schemeClr>
            </a:gs>
            <a:gs pos="69000">
              <a:schemeClr val="phClr">
                <a:shade val="86000"/>
                <a:satMod val="130000"/>
                <a:lumMod val="102000"/>
              </a:schemeClr>
            </a:gs>
            <a:gs pos="100000">
              <a:schemeClr val="phClr">
                <a:shade val="72000"/>
                <a:satMod val="130000"/>
                <a:lumMod val="100000"/>
              </a:schemeClr>
            </a:gs>
          </a:gsLst>
          <a:lin ang="5400000" scaled="0"/>
        </a:gradFill>
      </a:fillStyleLst>
      <a:lnStyleLst>
        <a:ln w="12700"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50800" dist="38100" dir="5400000" sy="96000" rotWithShape="0">
              <a:srgbClr val="000000">
                <a:alpha val="54000"/>
              </a:srgbClr>
            </a:outerShdw>
          </a:effectLst>
        </a:effectStyle>
        <a:effectStyle>
          <a:effectLst>
            <a:outerShdw blurRad="76200" dist="38100" dir="5400000" algn="ctr" rotWithShape="0">
              <a:srgbClr val="000000">
                <a:alpha val="76000"/>
              </a:srgbClr>
            </a:outerShdw>
          </a:effectLst>
          <a:scene3d>
            <a:camera prst="orthographicFront">
              <a:rot lat="0" lon="0" rev="0"/>
            </a:camera>
            <a:lightRig rig="balanced" dir="t"/>
          </a:scene3d>
          <a:sp3d prstMaterial="matte">
            <a:bevelT w="25400" h="25400" prst="relaxedInset"/>
          </a:sp3d>
        </a:effectStyle>
      </a:effectStyleLst>
      <a:bgFillStyleLst>
        <a:solidFill>
          <a:schemeClr val="phClr"/>
        </a:solidFill>
        <a:solidFill>
          <a:schemeClr val="phClr">
            <a:tint val="95000"/>
            <a:satMod val="170000"/>
          </a:schemeClr>
        </a:solidFill>
        <a:blipFill rotWithShape="1">
          <a:blip xmlns:r="http://schemas.openxmlformats.org/officeDocument/2006/relationships" r:embed="rId1">
            <a:duotone>
              <a:schemeClr val="phClr">
                <a:shade val="18000"/>
                <a:satMod val="160000"/>
                <a:lumMod val="28000"/>
              </a:schemeClr>
              <a:schemeClr val="phClr">
                <a:tint val="95000"/>
                <a:satMod val="160000"/>
                <a:lumMod val="116000"/>
              </a:schemeClr>
            </a:duotone>
          </a:blip>
          <a:stretch/>
        </a:blipFill>
      </a:bgFillStyleLst>
    </a:fmtScheme>
  </a:themeElements>
  <a:objectDefaults/>
  <a:extraClrSchemeLst/>
  <a:extLst>
    <a:ext uri="{05A4C25C-085E-4340-85A3-A5531E510DB2}">
      <thm15:themeFamily xmlns:thm15="http://schemas.microsoft.com/office/thememl/2012/main" name="Damask" id="{F9A299A0-33D0-4E0F-9F3F-7163E3744208}" vid="{746EEEEA-FB6A-406B-B510-531588D54811}"/>
    </a:ext>
  </a:extLst>
</a:theme>
</file>

<file path=ppt/theme/theme2.xml><?xml version="1.0" encoding="utf-8"?>
<a:theme xmlns:a="http://schemas.openxmlformats.org/drawingml/2006/main" name="Office-t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TM04033921[[fn=Damask]]</Template>
  <TotalTime>29</TotalTime>
  <Words>482</Words>
  <Application>Microsoft Office PowerPoint</Application>
  <PresentationFormat>Widescreen</PresentationFormat>
  <Paragraphs>36</Paragraphs>
  <Slides>3</Slides>
  <Notes>3</Notes>
  <HiddenSlides>0</HiddenSlides>
  <MMClips>0</MMClips>
  <ScaleCrop>false</ScaleCrop>
  <HeadingPairs>
    <vt:vector size="6" baseType="variant">
      <vt:variant>
        <vt:lpstr>Benyttede skrifttyper</vt:lpstr>
      </vt:variant>
      <vt:variant>
        <vt:i4>4</vt:i4>
      </vt:variant>
      <vt:variant>
        <vt:lpstr>Tema</vt:lpstr>
      </vt:variant>
      <vt:variant>
        <vt:i4>1</vt:i4>
      </vt:variant>
      <vt:variant>
        <vt:lpstr>Slidetitler</vt:lpstr>
      </vt:variant>
      <vt:variant>
        <vt:i4>3</vt:i4>
      </vt:variant>
    </vt:vector>
  </HeadingPairs>
  <TitlesOfParts>
    <vt:vector size="8" baseType="lpstr">
      <vt:lpstr>Arial</vt:lpstr>
      <vt:lpstr>Bookman Old Style</vt:lpstr>
      <vt:lpstr>Calibri</vt:lpstr>
      <vt:lpstr>Rockwell</vt:lpstr>
      <vt:lpstr>Damask</vt:lpstr>
      <vt:lpstr>2 agile principper</vt:lpstr>
      <vt:lpstr>Vores højeste prioritet er at stille kunden tilfreds gennem tidlige og løbende afleveringer af værdifuld software.</vt:lpstr>
      <vt:lpstr>Vi imødekommer ændringer i krav, også selvom de fremkommer sent i udviklingen. De agile processer sikrer, at ændringer er til kundens fordel.</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Daniel Vinther Andersen</dc:creator>
  <cp:lastModifiedBy>Daniel Vinther Andersen</cp:lastModifiedBy>
  <cp:revision>6</cp:revision>
  <dcterms:created xsi:type="dcterms:W3CDTF">2025-11-11T05:59:59Z</dcterms:created>
  <dcterms:modified xsi:type="dcterms:W3CDTF">2025-11-11T06:29:03Z</dcterms:modified>
</cp:coreProperties>
</file>